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negative reviews</c:v>
                </c:pt>
              </c:strCache>
            </c:strRef>
          </c:tx>
          <c:spPr>
            <a:solidFill>
              <a:srgbClr val="D995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DE4D7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Lost simplicity</c:v>
                  </c:pt>
                  <c:pt idx="1">
                    <c:v>Choice overload</c:v>
                  </c:pt>
                  <c:pt idx="2">
                    <c:v>Paywall fatigue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20</c:v>
                </c:pt>
                <c:pt idx="2">
                  <c:v>48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EDE4D7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DE4D7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 in one breath: you meditate, you feel calm, then you snap at the same message. Then: I built Moment for that — and before pitching it, I tried to prove myself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page here. Scroll the story, then type an intention and run the one-minute Moment with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4760" y="594360"/>
            <a:ext cx="1554480" cy="1554480"/>
          </a:xfrm>
          <a:prstGeom prst="ellipse">
            <a:avLst/>
          </a:prstGeom>
          <a:solidFill>
            <a:srgbClr val="D9954A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0" y="914400"/>
            <a:ext cx="914400" cy="914400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Moment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had a hypothesis. I asked the web to break 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35204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Meditation inside the day, not beside it — and what Bright Data said about that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GTM EVENT · AUG 22, 2026 · KEW · MOMENT.SZLEZINGIER.COM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HYPOTHESIS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PAIN · WHAT I BELIEVED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are broken. Meditation apps overwhelm you. And the calm never leaves the session.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60320" cy="1874520"/>
          </a:xfrm>
          <a:prstGeom prst="rect">
            <a:avLst/>
          </a:prstGeom>
          <a:solidFill>
            <a:srgbClr val="161210"/>
          </a:solidFill>
          <a:ln w="12700">
            <a:solidFill>
              <a:srgbClr val="6E9B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 · Overwhelm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thousand apps. Forty-day challenges. A guru for every mood. The product that promised peace became one more marketplace to keep up with.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91840" y="2057400"/>
            <a:ext cx="2560320" cy="1874520"/>
          </a:xfrm>
          <a:prstGeom prst="rect">
            <a:avLst/>
          </a:prstGeom>
          <a:solidFill>
            <a:srgbClr val="161210"/>
          </a:solidFill>
          <a:ln w="12700">
            <a:solidFill>
              <a:srgbClr val="6E9B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 · The gap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26517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for twenty minutes on the cushion — then the same snap, the same second plate, the same midnight scroll. The practice stays in the session. Life doesn't.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35040" y="2057400"/>
            <a:ext cx="2560320" cy="1874520"/>
          </a:xfrm>
          <a:prstGeom prst="rect">
            <a:avLst/>
          </a:prstGeom>
          <a:solidFill>
            <a:srgbClr val="161210"/>
          </a:solidFill>
          <a:ln w="9525">
            <a:solidFill>
              <a:srgbClr val="D995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bet · Moment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3640" y="26517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about how you want to move through today. A pause every thirty minutes. One minute to breathe and choose again. Meditation inside the day.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was the bet. A bet is not a business — so before telling anyone, I tried to break it.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QUESTION · CAN THE WEB PROVE ME WRONG?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sources. Twelve questions — half of them written to refute the hypothesis.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4937760" cy="749808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450 app-store reviews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· Headspace · Waking Up — 210 negative. Tests H1.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4937760" cy="749808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community threads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r/Meditation · r/getdisciplined — starting, quitting, sticking.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4937760" cy="749808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104 search results · 12 queries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“meditate every day but still reactive” · “meditation doesn't carry over into daily life” · “mindfulness bell app” · “one minute meditation reminder app”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760720" y="182880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refuting queries?
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 only searched for people who agree with me, the web would happily agree. So four of the twelve queries looked for the opposite: people saying meditation does carry over, and products that already do what Moment does.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
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verbatim. Every percentage computed. Every source credited by the path that actually served it.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SERP API + Apple's public review feed · Aug 21–22,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 · HOLDS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· OVERWHELM · 210 NEGATIVE REVIEWS, CLASSIFIED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 holds. People are not asking for more. They are asking for less — and to be left alone.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3736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394960" y="17830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“Now I just feel overwhelmed with the amount of content. A feature that randomly selects a session would reduce decision fatigue.”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94960" y="2788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HEADSPACE · APP-STORE REVIEW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394960" y="3200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“There's constant notifications and pop-ups to engage with their AI chat bot Ebb that you cannot turn off.”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94960" y="4023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HEADSPACE · APP-STORE REVIEW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Method: keyword-class share of the 210 negative reviews, computed from the corpus and recorded with the result.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 · HOLDS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· THE GAP · R/MEDITATION, IN THEIR OWN WORDS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 holds — for the people it fails. And they prescribe the bridge themselves.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“meditation helps me identify when I am not being present, However, when another same trigger arose, I was still reactive.”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VIA BRIGHT DATA SERP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337560" y="18288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“It's been 2years already into meditation. I am still dealing with intrusive thoughts, anxiety.”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37560" y="3246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151 VOTES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126480" y="18288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 order to change your behavior, you need to begin to bring your meditative mindset into daily life when you are in the act of making decisions…”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26480" y="3246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VIA BRIGHT DATA SERP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48640" y="4069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caveat: not universal. Some long-term meditators report being less reactive. The gap is real for the people who are asking — and they are the market.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PUSHBACK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· WHAT THE WEB REFUTED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interrupt is not new. The minute is not new. Moment cannot be “a reminder app”.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Mindfulness Bell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0040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or random bells, all day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MindBell · Chill · Remindfulness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0" y="23957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 apps, quotes, gentle pings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035808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9626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One-Moment Meditation®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0" y="29626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one-minute exercise + reminders — and a registered mark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602736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529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 Timer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00400" y="35295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SERP for “one minute meditation reminder app”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52160" y="1783080"/>
            <a:ext cx="2743200" cy="251460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NO RESULT OFFERS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035040" y="22402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“My morning yoga includes setting an intention for the day… 23 minutes later I'm in the thick of…”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35040" y="30632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R/SELFIMPROVEMENT · VIA SERP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035040" y="3520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Remembering your own sentence at the moment it matters.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bell is taken. The minute is taken. The intention is not.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FIX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MOMENT · SHARPENED BY THE DATA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didn't confirm the product. It sharpened it.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WEB SAID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846320" y="1554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MOMENT DOES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4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Overwhelm — 20% choice overload, 48% billing 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931920" y="189280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8745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library. No course. No streak. One sentence and one minute.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4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— calm in the session, reactive in life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931920" y="255117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5328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pause happens inside the day: every 30 minutes, in the hours you pick.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319125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4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pushback — bells and minutes already exist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31920" y="320954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319125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is not the bell. It is the sentence the bell hands back to you.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38496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4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unclaimed job — “how to remember my intention?”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931920" y="38679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384962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once at 7. Meet it again at 9, 9:30, 10… in the act of deciding.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intention. One minute. In the moment it matters.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· ONE NODE SCRIPT, WIRED TO BRIGHT DATA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src/run.js · node src/question.js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6E9B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270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SERP API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18562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results as JSON (brd_json=1). Mines reddit via site: searches — the only path that works without KYC. Ran the 12 hypothesis queries.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141732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6E9B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5270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Unlocker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74720" y="18562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Tried first for every page. Apple + reddit are policy-gated on this zone, so the run fell back — and says so.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6E9B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5270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Apple review feed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217920" y="18562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JSON, fetched directly. 3 apps × 3 pages → 450 reviews.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6E9B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900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corpus.json · moment-serp.json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33192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reviews · 30 threads · 146 SERP rows across 17 queries. The raw truth.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91840" y="288036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D995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29900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74720" y="33192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Distills clusters, verbatim quotes, verdicts → research.json. Degrades to a paste-in prompt without API credits.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35040" y="288036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D995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9900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page/index.html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17920" y="33192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research.json injected into one self-contained file. The proof becomes the pitch — and ends in a live Moment.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rules kept it honest:  </a:t>
            </a:r>
            <a:pPr indent="0" marL="0">
              <a:buNone/>
            </a:pPr>
            <a:r>
              <a:rPr lang="en-US" sz="11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verbatim from the corpus · every percentage computed, never typed · every source credited by the path that actually served it.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→ PITCH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PAGE · CLAUDE.AI/CODE/ARTIFACT/9771A3F5…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landing page tells the same story — and ends with one real Moment.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51560" y="2011680"/>
            <a:ext cx="201168" cy="201168"/>
          </a:xfrm>
          <a:prstGeom prst="ellipse">
            <a:avLst/>
          </a:prstGeom>
          <a:solidFill>
            <a:srgbClr val="938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2112264"/>
            <a:ext cx="1143000" cy="0"/>
          </a:xfrm>
          <a:prstGeom prst="line">
            <a:avLst/>
          </a:prstGeom>
          <a:noFill/>
          <a:ln w="9525">
            <a:solidFill>
              <a:srgbClr val="4A42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noise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store as a wall of chips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3160" y="2011680"/>
            <a:ext cx="201168" cy="201168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112264"/>
            <a:ext cx="1143000" cy="0"/>
          </a:xfrm>
          <a:prstGeom prst="line">
            <a:avLst/>
          </a:prstGeom>
          <a:noFill/>
          <a:ln w="9525">
            <a:solidFill>
              <a:srgbClr val="4A42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202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hypothesis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202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are broken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94760" y="2011680"/>
            <a:ext cx="201168" cy="201168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112264"/>
            <a:ext cx="1143000" cy="0"/>
          </a:xfrm>
          <a:prstGeom prst="line">
            <a:avLst/>
          </a:prstGeom>
          <a:noFill/>
          <a:ln w="9525">
            <a:solidFill>
              <a:srgbClr val="4A42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918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sources, queries built to refute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66360" y="2011680"/>
            <a:ext cx="201168" cy="201168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94960" y="2112264"/>
            <a:ext cx="1143000" cy="0"/>
          </a:xfrm>
          <a:prstGeom prst="line">
            <a:avLst/>
          </a:prstGeom>
          <a:noFill/>
          <a:ln w="9525">
            <a:solidFill>
              <a:srgbClr val="4A42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reveal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held, half pushed back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537960" y="2011680"/>
            <a:ext cx="201168" cy="201168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2112264"/>
            <a:ext cx="1143000" cy="0"/>
          </a:xfrm>
          <a:prstGeom prst="line">
            <a:avLst/>
          </a:prstGeom>
          <a:noFill/>
          <a:ln w="9525">
            <a:solidFill>
              <a:srgbClr val="4A42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intention, one minute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909560" y="2011680"/>
            <a:ext cx="201168" cy="201168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4066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sentence, breathe 60 s, meet it again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3840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quote and number on the page is the same research.json you just saw. When the story ends, the room writes one sentence and takes one minute — that is the demo.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7036" y="150876"/>
            <a:ext cx="1709928" cy="1709928"/>
          </a:xfrm>
          <a:prstGeom prst="ellipse">
            <a:avLst/>
          </a:prstGeom>
          <a:solidFill>
            <a:srgbClr val="D9954A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9080" y="502920"/>
            <a:ext cx="1005840" cy="1005840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103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defending your idea.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 web try to break it.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— one sentence, one minute.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moment.szlezingier.com  ·  github.com/kewinzaq1/first-breath  ·  built with Bright Data SERP API · Apple's public review feed · Claude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2026-08-22T00:14:05Z</dcterms:created>
  <dcterms:modified xsi:type="dcterms:W3CDTF">2026-08-22T00:14:05Z</dcterms:modified>
</cp:coreProperties>
</file>