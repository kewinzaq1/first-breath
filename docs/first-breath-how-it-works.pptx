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negative reviews</c:v>
                </c:pt>
              </c:strCache>
            </c:strRef>
          </c:tx>
          <c:spPr>
            <a:solidFill>
              <a:srgbClr val="D9954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4D7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Choice overload</c:v>
                  </c:pt>
                  <c:pt idx="1">
                    <c:v>Lost simplicity</c:v>
                  </c:pt>
                  <c:pt idx="2">
                    <c:v>Paywall fatigue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</c:v>
                </c:pt>
                <c:pt idx="1">
                  <c:v>17</c:v>
                </c:pt>
                <c:pt idx="2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EDE4D7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DE4D7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1 — the founder's fear. We don't check because we're afraid of the answer. Prove Me Wrong searches for the people who disagree with you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2 — give it your idea. The input is small on purpose: two sentences, one community, the competitors you fear. Moment is my own idea, and I was too attached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3 — the three calls. SERP with brd_json=1: zero HTML. Web Scraper API: trigger, poll, snapshot — structured rows. Unlocker: the page body, and an honest "no" where the host answers with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4 — the SERP pattern. This is the thing to take home: bucket the queries, a third written to refute, reddit via site: through SERP.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5 — the Unlocker. It reached Play and the blogs; Apple answered with nothing; reddit and iTunes are policy-gated. Every outcome is in the output file with the error text. Fallbacks are designed, not improvised.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6 — the Scraper API. The dataset id comes from /datasets/list. Trigger, poll, snapshot. The first download raced the "ready" status and came back empty — re-download, which play.js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7 — Moment, what held. 52 / 17 / 16, computed. H2 from a daily meditator: still reactive. And the community prescribes the bridge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8 — Moment, refuted and unclaimed. The slide that paid for the evening.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terminal: cd engine &amp;&amp; node src/provemewrong.js --quick "&lt;hypothesis&gt;" --community reddit.com/r/&lt;sub&gt;. Backup hypothesis if the room is shy: "Developers want an AI code reviewer that blocks merges" with r/ExperiencedDevs. If Google captcha-s the zone you will see retries printed; if wifi dies, this slide IS the output (collected Aug 22,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Repo is public.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26764" y="397764"/>
            <a:ext cx="1399032" cy="1399032"/>
          </a:xfrm>
          <a:prstGeom prst="ellipse">
            <a:avLst/>
          </a:prstGeom>
          <a:solidFill>
            <a:srgbClr val="D9954A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0" y="685800"/>
            <a:ext cx="822960" cy="822960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Me Wrong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6974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founder in this room has shipped a positioning the web could have refuted for five dollars. I built the thing that asks.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Data hypothesis-breaker: SERP API · Web Scraper API · Web Unlocker · a coding agent as the analyst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GTM EVENT · AUG 22, 2026 · KEW · WORKED EXAMPLE: MOMENT.SZLEZINGIER.COM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IT YOUR IDEA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· TWO SENTENCES, A COMMUNITY, YOUR WOULD-BE COMPETITORS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it what you believe. It looks for the people who disagree.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120640" cy="251460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791456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engine/hypothesis.json — the worked example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"product": "Moment",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"hypotheses": {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"H1": "Meditation apps overwhelm people with content and choice.",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"H2": "The calm stays in the session: people are still reactive in real life." },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"community":   ["reddit.com/r/Meditation", "reddit.com/r/selfimprovement"],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"competitors": ["Calm", "Headspace", "Waking Up"],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"apps": { "play": ["com.calm.android", "com.getsomeheadspace.android", …] },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"queries": { "gap": [5 …], "refute": [4 …], "competition": [3 …] } }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0" y="1554480"/>
            <a:ext cx="2651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back
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page: </a:t>
            </a:r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held, what was refuted, what nobody is doing — every line a verbatim quote or a computed number, every source credited by the path that served it.
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moving part is Bright Data. </a:t>
            </a:r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APIs, each doing the job it is best at; a coding agent reads the rows and writes the verdict.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251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src/provemewrong.js  →  out/verdict-input.json  →  research.json  →  the page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THREE CALLS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· THREE APIS, EACH FOR WHAT IT IS BEST 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calls do the asking. One Bearer token.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3931920" cy="196596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18488"/>
            <a:ext cx="360273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 · SERP API — Google, parsed for you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api.brightdata.com/request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zone: SERP_ZONE, format: "raw",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url: "google.com/search?q=…&amp;brd_json=1"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organic:[{rank,title,link,description}],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people_also_ask:[…], related:[…]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today: 12 queries · 92 rows · 12/12 answered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+ 30 reddit threads via site:reddit.com/r/…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63440" y="1508760"/>
            <a:ext cx="3931920" cy="196596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28032" y="1618488"/>
            <a:ext cx="360273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 · Web Scraper API — structured, async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/datasets/v3/trigger?dataset_id=gd_m6zagkt…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[{ url: "…/details?id=com.calm.android" }, ×3]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snapshot_id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/datasets/v3/progress/{id}           (poll)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/datasets/v3/snapshot/{id}?format=json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[{ review_rating, review, reviewer_name, … }]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served: 300 reviews · 100 per app · 179 s · 0 errors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3611880"/>
            <a:ext cx="3931920" cy="123444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721608"/>
            <a:ext cx="360273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 · Web Unlocker — any URL, blocks handled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api.brightdata.com/request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zone: UNLOCKER_ZONE, url, format: "raw" } → body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today: 4/5 pages · play.google.com 1.2 MB · headspace 451 KB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apps.apple.com: HTTP 200, empty body — recorded, not hidden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63440" y="361188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 that makes it a test
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records which path served it (`via`). Apple's 450 reviews came from Apple's public feed, not Bright Data — and the page says so. Errors arrive as HTTP 200 with the truth in x-brd-error-code; surface it, never JSON.parse blindly.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SERP API · THE PATTERN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SERP API · WRITE THE QUERIES THAT WOULD KILL YOUR IDEA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only for people who agree, and the web will agree.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937760" cy="233172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6085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"queries": {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"gap":    [ "meditate every day but still reactive",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"site:reddit.com/r/Meditation still reactive" 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"refute": [ "meditation made me less reactive",        // the opposite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"does meditation carry over into daily life",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"site:reddit.com/r/Meditation changed how I react" 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"competition": [ "mindfulness bell app random reminders",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"one minute meditation reminder app" ]  // to hurt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(const q of all) rows.push(...(await serp(q)).organic);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760720" y="155448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tricks
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the queries: </a:t>
            </a:r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/ refute / competition. At least a third must be able to refute you, or you are doing marketing, not research.
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site: through SERP: </a:t>
            </a:r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reddit.com is KYC-gated on the Unlocker. `site:reddit.com/r/Meditation …` through the SERP zone gives you titles + snippets of the exact threads — no KYC, no HTML.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160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queries · 4 written to refute · 92 rows · 12/12 answered · ~25 s on a good day, retries on a captcha day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UNLOCKER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UNLOCKER · THE FULL TEXT BEHIND THE TOP LINKS — AND THE GATES, RECORDED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Zones have policies. Design for the “no” before you get it.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56032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ASKED FOR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CAME BACK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RECORDED AS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play.google.com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60320" y="18745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 store page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18745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 · 1.2 MB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0" y="18745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via: web-unlocker · ok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4144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headspace.com · healthline.com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60320" y="244144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gap/competition links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44144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KB · 589 KB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0" y="244144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meta · first 1,500 chars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00837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apps.apple.com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60320" y="300837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Store page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300837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200 · empty body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0" y="300837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failed · error text kept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57530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itunes.apple.com · reddit.com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560320" y="357530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feed · thread JSON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0" y="357530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destination_ip_prohibited · Residential Failed (bad_endpoint) … no KYC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0" y="357530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public feed · SERP site: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5120640" cy="64008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4270248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code = res.headers.get('x-brd-error-code');   // captcha · expect_body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(code) throw err(code);   if (!html.trim()) throw err('empty body');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852160" y="4160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a data event, the honest “no” is part of the product.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SCRAPER API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SCRAPER API · STRUCTURED REVIEWS, THREE URLS 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Play-store URLs in. Three hundred structured reviews out. Three minutes.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771753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/datasets/list                → 1,743 datasets · "Google Play Store reviews" = gd_m6zagkt024uwvvwuyu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/datasets/v3/trigger?dataset_id=gd_m6zagkt024uwvvwuyu&amp;limit_per_input=100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[{ url: "…?id=com.calm.android" }, { url: "…?id=com.getsomeheadspace.android" }, { url: "…?id=org.wakingup.android" }]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snapshot_id: "sd_mt3vkhhd29jyfi8u7k" }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/datasets/v3/progress/sd_mt3vk…   → { status: "ready", records: 300, errors: 0 }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/datasets/v3/snapshot/sd_mt3vk…?format=json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[{ review_rating: 2, review: "While I like it to remind me to relax, it is sloooooooow…", found_helpful: 347 }]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REVIEWS · 179 S · 0 ERRORS · 153 NEGATIVE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regex classes as the App Store corpus: 54% paywall fatigue · 11% lost simplicity · 14% choice overload. Two stores, two APIs, one shape — a cross-check, not blended into the page numbers.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0" y="3383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“Some days I don't want to discover something new, I just want to return to a old favorite. … I want a calming app to be calming.”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754880" y="4251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HEADSPACE · GOOGLE PLAY · AUG 10, 2026 · VIA WEB SCRAPER API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MOMENT · WHAT HELD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WORKED EXAMPLE · BOTH HALVES HELD — IN THEIR OWN WORDS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H1: people ask for less. H2: the calm really does stay on the cushion.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91640"/>
          <a:ext cx="384048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886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210 NEGATIVE APP STORE REVIEWS · SRC/CLUSTERS.JS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48640" y="4160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by a regex file anyone can rerun. `node src/verify.js` checks the page matches.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754880" y="1737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“Now I just feel overwhelmed with the amount of content. A feature that randomly selects a session would reduce decision fatigue.”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754880" y="23500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HEADSPACE · APP STORE · APPLE PUBLIC FEED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4754880" y="269748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“meditation helps me identify when I am not being present, However, when another same trigger arose, I was still reactive.”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54880" y="33101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VIA SERP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4754880" y="365760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 order to change your behavior, you need to begin to bring your meditative mindset into daily life when you are in the act of making decisions…”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754880" y="42702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VIA SERP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MOMENT · REFUTED · UNCLAIMED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WORKED EXAMPLE · THE COMPETITION QUERIES DID THEIR JOB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refuted my positioning. The interrupt and the minute both already exist.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947672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74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Mindfulness Bell · Chill · Plum Village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or random bells — #1 and #2 for “mindfulness bell app”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587752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One-Moment Meditation®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and #2 for “one minute meditation reminder app” — a registered mark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227832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54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r/Meditation: “LESS reactive”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22960" y="3429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is not universal — recorded as counter-evidence, not hidden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931920" y="1783080"/>
            <a:ext cx="4663440" cy="251460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D99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UNCLAIMED — FOUND BY A “GAP” QUERY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114800" y="22402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“My morning yoga includes setting an intention for the day… 23 minutes later I'm in the thick of…”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306324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R/SELFIMPROVEMENT · #1 ORGANIC RESULT · VIA SERP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114800" y="33832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Remembering your own sentence at the moment it matters. The bell is taken. The minute is taken. The intention is not.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slide is the ROI: a positioning I would have shipped wrong and a trademark collision, both caught before launch for a few dollars of API calls.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· THIRTY SECONDS ON AN IDEA FROM THIS ROOM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me your hypothesis. Let's see who disagrees.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256032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771753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node src/provemewrong.js --quick "Developers want an AI code reviewer that blocks merges" --community reddit.com/r/ExperiencedDevs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Prove Me Wrong · first pass — the full run takes four minutes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 × POST api.brightdata.com/request { zone: SERP, url: google.com/search?q=…&amp;brd_json=1 }  (in parallel)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[gap        ] #1 What If Most PR Comments Didn't Need to Block the Merge?        drpicox.medium.com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[gap        ] #1 Does anyone work on a team that doesn't require code ...          r/ExperiencedDevs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[refute     ] #1 What If Most PR Comments Didn't Need to Block the Merge?        drpicox.medium.com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[competition] #1 13 Best Automated Code Review Tools in 2026: AI and ...          sourcegraph.com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verdict (first pass): held — the web talks about this pain in your words · pushback on page one —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"What If Most PR Comments Didn't Need to Block the Merge?" · mechanism exists — sourcegraph.com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4/4 queries answered · 15659 ms · via Bright Data SERP API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42519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a hypothesis from the room. Run it. Read the pushback out loud. Founders watching their idea get argued with, in public, by the web.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2484" y="123444"/>
            <a:ext cx="1399032" cy="1399032"/>
          </a:xfrm>
          <a:prstGeom prst="ellipse">
            <a:avLst/>
          </a:prstGeom>
          <a:solidFill>
            <a:srgbClr val="D9954A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60520" y="411480"/>
            <a:ext cx="822960" cy="822960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630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this to your own idea tonight.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Two sentences of hypothesis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queries that would kill it — a third of them written to refute you.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291840" y="2286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Three APIs, each for its job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9184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with brd_json=1 · site: your community · Web Scraper for the rows · Unlocker for the page.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035040" y="2286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Keep it honest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quotes, computed numbers, credit the path that served — including the gated ones.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44348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github.com/kewinzaq1/first-breath · moment.szlezingier.com · Bright Data SERP API · Web Scraper API · Web Unlocker · Apple's public feed · Claude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2026-08-22T05:27:09Z</dcterms:created>
  <dcterms:modified xsi:type="dcterms:W3CDTF">2026-08-22T05:27:09Z</dcterms:modified>
</cp:coreProperties>
</file>