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negative reviews</c:v>
                </c:pt>
              </c:strCache>
            </c:strRef>
          </c:tx>
          <c:spPr>
            <a:solidFill>
              <a:srgbClr val="D995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4D7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Lost simplicity</c:v>
                  </c:pt>
                  <c:pt idx="1">
                    <c:v>Choice overload</c:v>
                  </c:pt>
                  <c:pt idx="2">
                    <c:v>Paywall fatigue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20</c:v>
                </c:pt>
                <c:pt idx="2">
                  <c:v>48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4D7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DE4D7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page itself if possible; this deck is the "how it was made" companion.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back to the live page and run the ten-breath timer with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60" y="640080"/>
            <a:ext cx="1554480" cy="1554480"/>
          </a:xfrm>
          <a:prstGeom prst="ellipse">
            <a:avLst/>
          </a:prstGeom>
          <a:solidFill>
            <a:srgbClr val="D9954A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960120"/>
            <a:ext cx="914400" cy="914400"/>
          </a:xfrm>
          <a:prstGeom prst="ellipse">
            <a:avLst/>
          </a:prstGeom>
          <a:solidFill>
            <a:srgbClr val="D99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Breath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a go-to-market story told by the web itself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4A4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BRIGHT DATA GTM EVENT · AUG 22, 2026 · KEW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8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 IN ONE BREATH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Instead of guessing what beginners want from meditation, I asked the web — then built only what it asked for.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874520" cy="1965960"/>
          </a:xfrm>
          <a:prstGeom prst="rect">
            <a:avLst/>
          </a:prstGeom>
          <a:solidFill>
            <a:srgbClr val="1612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514600"/>
            <a:ext cx="164592" cy="164592"/>
          </a:xfrm>
          <a:prstGeom prst="ellipse">
            <a:avLst/>
          </a:prstGeom>
          <a:solidFill>
            <a:srgbClr val="938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don't fail at meditating. They fail at choosing how to start — 500-session libraries, paywalls, streaks.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2331720"/>
            <a:ext cx="1874520" cy="1965960"/>
          </a:xfrm>
          <a:prstGeom prst="rect">
            <a:avLst/>
          </a:prstGeom>
          <a:solidFill>
            <a:srgbClr val="1612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2514600"/>
            <a:ext cx="164592" cy="164592"/>
          </a:xfrm>
          <a:prstGeom prst="ellipse">
            <a:avLst/>
          </a:prstGeom>
          <a:solidFill>
            <a:srgbClr val="6E9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31546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Node.js agent collects real reviews, threads and searches, and distills them into a tiny research object.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331720"/>
            <a:ext cx="1874520" cy="1965960"/>
          </a:xfrm>
          <a:prstGeom prst="rect">
            <a:avLst/>
          </a:prstGeom>
          <a:solidFill>
            <a:srgbClr val="1612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514600"/>
            <a:ext cx="164592" cy="164592"/>
          </a:xfrm>
          <a:prstGeom prst="ellipse">
            <a:avLst/>
          </a:prstGeom>
          <a:solidFill>
            <a:srgbClr val="6E9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1546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scroll-based story where every quote and percentage is verbatim from that corpus. The page is the pitch.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20840" y="2331720"/>
            <a:ext cx="1874520" cy="1965960"/>
          </a:xfrm>
          <a:prstGeom prst="rect">
            <a:avLst/>
          </a:prstGeom>
          <a:solidFill>
            <a:srgbClr val="1612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2514600"/>
            <a:ext cx="164592" cy="164592"/>
          </a:xfrm>
          <a:prstGeom prst="ellipse">
            <a:avLst/>
          </a:prstGeom>
          <a:solidFill>
            <a:srgbClr val="D99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03720" y="31546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ten-breath timer at the end. The audience meditates together. That's the whole product.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6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9B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· ONE COMMAND, NO BUILD STEP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DE4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src/run.js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8880" cy="1234440"/>
          </a:xfrm>
          <a:prstGeom prst="rect">
            <a:avLst/>
          </a:prstGeom>
          <a:solidFill>
            <a:srgbClr val="161210"/>
          </a:solidFill>
          <a:ln w="9525">
            <a:solidFill>
              <a:srgbClr val="6E9B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9B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Bright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 API · Web Unlocker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(zones via /request)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17520" y="2011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468880" cy="1234440"/>
          </a:xfrm>
          <a:prstGeom prst="rect">
            <a:avLst/>
          </a:prstGeom>
          <a:solidFill>
            <a:srgbClr val="161210"/>
          </a:solidFill>
          <a:ln w="9525">
            <a:solidFill>
              <a:srgbClr val="6E9B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9B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collect.js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fan-outs,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a fallback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06440" y="2011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468880" cy="1234440"/>
          </a:xfrm>
          <a:prstGeom prst="rect">
            <a:avLst/>
          </a:prstGeom>
          <a:solidFill>
            <a:srgbClr val="161210"/>
          </a:solidFill>
          <a:ln w="9525">
            <a:solidFill>
              <a:srgbClr val="6E9B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9B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corpus.json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reviews · 30 threads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42 SERP rows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2468880" cy="1234440"/>
          </a:xfrm>
          <a:prstGeom prst="rect">
            <a:avLst/>
          </a:prstGeom>
          <a:solidFill>
            <a:srgbClr val="161210"/>
          </a:solidFill>
          <a:ln w="9525">
            <a:solidFill>
              <a:srgbClr val="6E9B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9B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distills clusters,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quotes, insights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3611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37560" y="3200400"/>
            <a:ext cx="2468880" cy="1234440"/>
          </a:xfrm>
          <a:prstGeom prst="rect">
            <a:avLst/>
          </a:prstGeom>
          <a:solidFill>
            <a:srgbClr val="161210"/>
          </a:solidFill>
          <a:ln w="9525">
            <a:solidFill>
              <a:srgbClr val="D995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· quotes · clusters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 contract)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06440" y="3611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26480" y="3200400"/>
            <a:ext cx="2468880" cy="1234440"/>
          </a:xfrm>
          <a:prstGeom prst="rect">
            <a:avLst/>
          </a:prstGeom>
          <a:solidFill>
            <a:srgbClr val="161210"/>
          </a:solidFill>
          <a:ln w="9525">
            <a:solidFill>
              <a:srgbClr val="D995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page/index.html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injected by regex;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self-contained file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89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the machine voice (APIs, counts). Ember = the human voice (the story). The reveal scene is where blue evidence resolves into amber conclusions.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9B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WAS COLLECTED · AUG 21,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places where people tell the truth about meditation apps.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solidFill>
            <a:srgbClr val="1612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0136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9B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STORE REVIEW FEED · PUBLIC API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reviews — 210 of them negative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· Headspace · Waking Up. Apple's feed is KYC-gated on Web Unlocker, so the collector fell back to the public API. Credited honestly.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solidFill>
            <a:srgbClr val="1612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5292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9B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SERP API · BRIGHT DATA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3081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community threads on starting — and quitting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r/Meditation · r/getdisciplined, mined as site: searches (reddit itself is KYC-gated without residential access).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solidFill>
            <a:srgbClr val="1612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0448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9B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SERP API · BRIGHT DATA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7240" y="41330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search results for how beginners actually ask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389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start meditating without an app", "why can't I stick with meditation", "simple breathing exercise timer"…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6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9B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CAME BACK · 210 NEGATIVE REVIEWS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Thousands of strangers. One message.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15544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numbers were made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Keyword-class share of the 210 negative reviews, computed from corpus.json. Recorded in research.json.meta so it can be re-run.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SERP gap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results for "how to start meditating without an app": reddit, blogs, a Facebook group, Quora. Not one of them is a timer.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9B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VERBATIM · NOTHING PARAPHRASED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6E9B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idea that we now need to pay a $70 yearly subscription for a timer is embarrassingly greedy.”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3D5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R/MEDITATION · VIA BRIGHT DATA SERP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E9B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“Congrats instead of lowering my heart rate I have increased my rage.”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251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3D5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HEADSPACE · APP-STORE REVIEW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91840" y="30175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E9B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“Now I just feel overwhelmed with the amount of content. A feature that randomly selects a session would reduce decision fatigue.”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4251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3D5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HEADSPACE · APP-STORE REVIEW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035040" y="30175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E9B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 was and should be a simple app following the idea itself.”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4251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3D5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HEADSPACE · APP-STORE REVIEW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6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8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RULES THAT MAKE IT TRUSTWORTHY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is only a weapon if it stays real.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128016" cy="128016"/>
          </a:xfrm>
          <a:prstGeom prst="ellipse">
            <a:avLst/>
          </a:prstGeom>
          <a:solidFill>
            <a:srgbClr val="D99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Verbatim or nothing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quote on the page is copied from corpus.json. Light “…” trimming only.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618488"/>
            <a:ext cx="128016" cy="128016"/>
          </a:xfrm>
          <a:prstGeom prst="ellipse">
            <a:avLst/>
          </a:prstGeom>
          <a:solidFill>
            <a:srgbClr val="D99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Computed, never typed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8470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percentages come from the corpus; the method is recorded alongside the result.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128016" cy="128016"/>
          </a:xfrm>
          <a:prstGeom prst="ellipse">
            <a:avLst/>
          </a:prstGeom>
          <a:solidFill>
            <a:srgbClr val="D99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attribution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9443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collect.js tracks unlocker-vs-direct for every fetch. The page credits whichever path actually served.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715768"/>
            <a:ext cx="128016" cy="128016"/>
          </a:xfrm>
          <a:prstGeom prst="ellipse">
            <a:avLst/>
          </a:prstGeom>
          <a:solidFill>
            <a:srgbClr val="D99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fallback for every source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9443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Unlocker → direct fetch for public APIs; reddit → site: search through SERP. A zone restriction never zeroes a source.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13048"/>
            <a:ext cx="128016" cy="128016"/>
          </a:xfrm>
          <a:prstGeom prst="ellipse">
            <a:avLst/>
          </a:prstGeom>
          <a:solidFill>
            <a:srgbClr val="D99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Degrades without an LLM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0416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credits? The engine writes the analysis prompt to a file; paste into Claude, save the JSON, --inject-only.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813048"/>
            <a:ext cx="128016" cy="128016"/>
          </a:xfrm>
          <a:prstGeom prst="ellipse">
            <a:avLst/>
          </a:prstGeom>
          <a:solidFill>
            <a:srgbClr val="D99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file, no build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40416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is a single HTML file — the artifact, the deliverable and the pitch are the same thing.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6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7036" y="150876"/>
            <a:ext cx="1709928" cy="1709928"/>
          </a:xfrm>
          <a:prstGeom prst="ellipse">
            <a:avLst/>
          </a:prstGeom>
          <a:solidFill>
            <a:srgbClr val="D9954A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9080" y="502920"/>
            <a:ext cx="1005840" cy="1005840"/>
          </a:xfrm>
          <a:prstGeom prst="ellipse">
            <a:avLst/>
          </a:prstGeom>
          <a:solidFill>
            <a:srgbClr val="D99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didn't give me a product.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EDE4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gave me permission.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99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timer. Counted breaths. Nothing else.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github.com/kewinzaq1/first-breath  ·  built with Bright Data SERP API · Apple's public review feed · Claude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2026-08-21T23:47:22Z</dcterms:created>
  <dcterms:modified xsi:type="dcterms:W3CDTF">2026-08-21T23:47:22Z</dcterms:modified>
</cp:coreProperties>
</file>