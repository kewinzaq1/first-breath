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negative reviews</c:v>
                </c:pt>
              </c:strCache>
            </c:strRef>
          </c:tx>
          <c:spPr>
            <a:solidFill>
              <a:srgbClr val="D995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4D7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Choice overload</c:v>
                  </c:pt>
                  <c:pt idx="1">
                    <c:v>Lost simplicity</c:v>
                  </c:pt>
                  <c:pt idx="2">
                    <c:v>Paywall fatigue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</c:v>
                </c:pt>
                <c:pt idx="1">
                  <c:v>17</c:v>
                </c:pt>
                <c:pt idx="2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EDE4D7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DE4D7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1 — the pain. Meditation apps sell calm and deliver a marketplace; even when it works, the calm stays on the cushion. Then: this is a how-to. Moment is the example, Bright Data is the subject.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2 — the bet. Two sentences of hypothesis, one product. The question for tonight is not "is Moment good" — it is how you make the web argue with you before you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3 + 4 — prove me wrong, the three calls. One Bearer token. SERP with brd_json=1: zero HTML. Web Scraper API: trigger, poll, snapshot — structured rows. Unlocker: the page body, and an honest "no" where the zone is policy-gated.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beat 3. The pattern is the thing to take home: bucket the queries, a third written to refute, reddit via site: through SERP.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5 — what held. 52 / 17 / 16, computed by a regex file anyone can rerun. Play agrees. H2 from a daily meditator: still reactive. And the community prescribes the bridge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6 — what pushed back. The slide that paid for the evening. A wrong positioning and a trademark collision caught before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7 — the sharpened product. Every line on the right is a response to a verbatim line on the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terminal: cd engine &amp;&amp; node src/ask.js "&lt;query from the room&gt;". If Google captcha-s the zone you will see retries; if it fails, `node src/ask.js --cached "how to remember my intention for the day"` prints this exact output, labelled cached. If wifi dies, this slide IS the output (collected Aug 22,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 8 — the room does it. Open the artifact at the last scene. Ask the room to write one sentence. Press Enter. Silence for a minute. Escape aborts if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Repo is public.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26764" y="397764"/>
            <a:ext cx="1399032" cy="1399032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685800"/>
            <a:ext cx="822960" cy="82296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7830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your own hypothesis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Bright Data — in one evening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Twenty minutes of calm on the cushion. Then the day happens — and you snap at your kid anyway.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API · Web Scraper API · Web Unlocker · a Node script · a coding agent · a product idea I was too attached 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GTM EVENT · AUG 22, 2026 · KEW · MOMENT.SZLEZINGIER.COM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HYPOTHESIS · SOMETHING I BELIEVED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product starts as a belief. Mine had two parts.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60320" cy="182880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· Overwhelm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apps bury people in content and choice. Ten thousand sessions, streaks, paywalls, a guru for every mood.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1840" y="1691640"/>
            <a:ext cx="2560320" cy="182880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· The gap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2860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calm stays in the session. Twenty minutes on the cushion — then the same snap, the same second plate, the same 2am scroll.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1691640"/>
            <a:ext cx="2560320" cy="182880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bet · Moment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2860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about how you want to move through today. A pause every 30 minutes. One minute to breathe and choose again.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Meditation inside the day, not beside it. That was the bet. But a bet is not a business — so before telling anyone, I asked the web to break it.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THREE CALLS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· THREE APIS, EACH FOR WHAT IT IS BEST 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asked the web to prove me wrong. Three calls did the asking.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931920" cy="196596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18488"/>
            <a:ext cx="360273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 · SERP API — Google, parsed for you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zone: SERP_ZONE, format: "raw",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url: "google.com/search?q=…&amp;brd_json=1"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organic:[{rank,title,link,description}],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people_also_ask:[…], related:[…]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served: 146 search rows (17 queries) +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30 reddit threads via site:reddit.com/r/…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63440" y="1508760"/>
            <a:ext cx="3931920" cy="196596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8032" y="1618488"/>
            <a:ext cx="360273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 · Web Scraper API — structured, async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/datasets/v3/trigger?dataset_id=gd_m6zagkt…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[{ url: "…/details?id=com.calm.android" }, ×3]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snapshot_id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/datasets/v3/progress/{id}           (poll)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/datasets/v3/snapshot/{id}?format=json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[{ review_rating, review, reviewer_name, … }]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served: 300 reviews · 100 per app · 179 s · 0 errors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3611880"/>
            <a:ext cx="3931920" cy="123444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721608"/>
            <a:ext cx="3602736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 · Web Unlocker — any URL, blocks handled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zone: UNLOCKER_ZONE, url, format: "raw" } → body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served: play.google.com 3/3 · 200 OK · ~1.2 MB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refused: apple + reddit hosts (KYC) → fallbacks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63440" y="3611880"/>
            <a:ext cx="3931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that makes it a test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output file records which path served it (`via`). Apple's 450 reviews came from Apple's public feed, not Bright Data — and the page says so. Errors arrive as HTTP 200 with the truth in x-brd-error-code; surface it, never JSON.parse blindly.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 ME WRONG · THE PATTERN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 · WRITE THE QUERIES THAT WOULD KILL YOUR IDEA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only for people who agree, and the web will agree.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937760" cy="233172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6085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QUERIES =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[ "meditate every day but still reactive",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"meditation doesn't carry over into daily life",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"site:reddit.com/r/Meditation still reactive after years"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want: [ "how to stay mindful throughout the day",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"set an intention for the day and get reminded"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competition: [ "mindfulness bell app random reminders",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"one minute meditation reminder app" ], // ← to hurt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q of all) rows.push(...(await serp(q)).organic);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760720" y="155448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tricks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the queries: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/ want / competition. A third of them must be able to refute you, or you are doing marketing, not research.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site: through SERP: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reddit.com is KYC-gated on the Unlocker. `site:reddit.com/r/Meditation …` through the SERP zone gives you titles + snippets of the exact threads — no KYC, no HTML.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queries · 104 rows · ~25 seconds · engine/src/question.js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HELD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BOTH HALVES HELD — IN THEIR OWN WORDS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people ask for less. H2: the calm really does stay on the cushion.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91640"/>
          <a:ext cx="384048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8862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 NEGATIVE APP STORE REVIEWS · SRC/CLUSTERS.JS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48640" y="4160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second API, same regexes: 54% · 11% · 14% of 153 negatives. Two stores, two APIs, one shape.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754880" y="1737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“Some days I don't want to discover something new, I just want to return to a old favorite. … I want a calming app to be calming.”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54880" y="23500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HEADSPACE · GOOGLE PLAY · AUG 2026 · VIA WEB SCRAPER API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4754880" y="26974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“meditation helps me identify when I am not being present, However, when another same trigger arose, I was still reactive.”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33101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SERP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4754880" y="36576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 order to change your behavior, you need to begin to bring your meditative mindset into daily life when you are in the act of making decisions…”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754880" y="42702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SERP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PUSHED 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THE COMPETITION QUERIES DID THEIR JOB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refuted my positioning. The interrupt and the minute both already exist.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Mindfulness Bell · MindBell · Chill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or random bells, all day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58775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One-Moment Meditation®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one-minute exercise + reminders — and a registered mark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2783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 Timer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22960" y="3429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SERP for “one minute meditation reminder app”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931920" y="1783080"/>
            <a:ext cx="4663440" cy="251460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NO RESULT OFFERS — FOUND BY A “WANT” QUERY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114800" y="22402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“My morning yoga includes setting an intention for the day… 23 minutes later I'm in the thick of…”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0632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R/SELFIMPROVEMENT · #1 ORGANIC RESULT · VIA SERP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1480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Remembering your own sentence at the moment it matters. The bell is taken. The minute is taken. The intention is not.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slide is the ROI of the research: a positioning I would have shipped wrong, and a trademark collision, both caught for a few dollars of API calls.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SHARPENED 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WAY · THE DATA SHARPENED THE PRODUCT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reminder app. Not a meditation library.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WEB SAID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846320" y="1645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MOMENT BECAME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 paywall fatigue · 17% lost simplicity · 16% choice overload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206240" y="202996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2011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sentence. Nothing to choose, nothing to unlock.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57860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“when another same trigger arose, I was still reactive”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0" y="259689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5786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pause every thirty minutes — inside the day, not beside it.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14553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bell is taken · the minute is taken (One-Moment Meditation®)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316382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314553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bell. It hands you back your own sentence.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71246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“23 minutes later I'm in the thick of…”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373075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371246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minute to breathe — and choose again.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3891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intention. One minute. In the moment it matters.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· ONE CALL, RIGHT 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ask the web something from this room.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251460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7717536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src/ask.js "how to remember my intention for the day"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POST https://api.brightdata.com/request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zone: SERP, url: google.com/search?q="how to remember my intention for the day"&amp;brd_json=1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 organic results · 1445 ms · parsed by Bright Data, zero HTML touched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#1  How to remember my set intention for the day?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https://www.reddit.com/r/selfimprovement/comments/1llqrl4/how_to_remember_my_set_intention_for_the_day/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“My morning yoga includes setting an intention for the day (a one-word mantra, or guiding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principle, if you will). 23 minutes later I'm in the thick of ...…”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#2  How do I remember my intention throughout the day? - StillMind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#3  The power of setting intentions &amp; how to set mindful ones — calm.com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 also ask → How do I set my intention for the day? · What are my intentions for the day?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query from the room. Run it. Read the #1 result out loud. That is the whole method — the rest is a loop.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ROOM DOES 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· RESEARCH.JSON → ONE SELF-CONTAINED PAGE → ONE REAL MOMENT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object is injected straight into the page. Then the page asks you for one sentence.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206240" cy="173736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01368"/>
            <a:ext cx="38770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"sources": [ { api, what, from } ×3 ],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"quotes":  [ { text, src } ×5 ],     // verbatim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"clusters":[ { pct, label, of } ×3 ], // computed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"hypothesis": { H1, H2,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verdict: { H1, H2, pushback } },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"counter_evidence": [ …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"meta": { corpus, method, attribution }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verify.js checks all of it before a republish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120640" y="1755648"/>
            <a:ext cx="128016" cy="128016"/>
          </a:xfrm>
          <a:prstGeom prst="ellipse">
            <a:avLst/>
          </a:prstGeom>
          <a:solidFill>
            <a:srgbClr val="938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noise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20640" y="2066544"/>
            <a:ext cx="128016" cy="128016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20025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20640" y="2377440"/>
            <a:ext cx="128016" cy="128016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me wrong · three calls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2688336"/>
            <a:ext cx="128016" cy="128016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2624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held, half pushed 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20640" y="2999232"/>
            <a:ext cx="128016" cy="128016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2935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sharpened product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310128"/>
            <a:ext cx="128016" cy="128016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sentence · six breaths · choose again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sentence about how you want to move through tonight. Sixty seconds. Six breaths. Halfway through, the sentence comes back. Then: now choose again.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2484" y="123444"/>
            <a:ext cx="1399032" cy="1399032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this to your own idea tonight.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Two sentences of hypothesis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three queries that would kill it.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918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Three APIs, each for its job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with brd_json=1 · site: your community · Web Scraper for the rows · Unlocker for the page.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350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Keep it honest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28346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quotes, computed numbers, credit the path that served.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github.com/kewinzaq1/first-breath · moment.szlezingier.com · Bright Data SERP API · Web Scraper API · Web Unlocker · Apple's public feed · Claude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2026-08-22T05:07:45Z</dcterms:created>
  <dcterms:modified xsi:type="dcterms:W3CDTF">2026-08-22T05:07:45Z</dcterms:modified>
</cp:coreProperties>
</file>