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negative reviews</c:v>
                </c:pt>
              </c:strCache>
            </c:strRef>
          </c:tx>
          <c:spPr>
            <a:solidFill>
              <a:srgbClr val="D9954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DE4D7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Lost simplicity</c:v>
                  </c:pt>
                  <c:pt idx="1">
                    <c:v>Choice overload</c:v>
                  </c:pt>
                  <c:pt idx="2">
                    <c:v>Paywall fatigue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20</c:v>
                </c:pt>
                <c:pt idx="2">
                  <c:v>48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EDE4D7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DE4D7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how-to. Moment is the example, not the subject. Promise: by the end you can run the same loop on your own idea tonight.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terminal. `cd engine &amp;&amp; node src/ask.js "&lt;query from the room&gt;"`. If wifi dies, this slide IS the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there is time: open the artifact, scroll to the last scene, run the one-minute Moment with the room. If not, skip — the live API call was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26764" y="534924"/>
            <a:ext cx="1399032" cy="1399032"/>
          </a:xfrm>
          <a:prstGeom prst="ellipse">
            <a:avLst/>
          </a:prstGeom>
          <a:solidFill>
            <a:srgbClr val="D9954A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0" y="822960"/>
            <a:ext cx="822960" cy="822960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9202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your own hypothesis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Bright Data — in one evening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3246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SERP API · Web Unlocker · a Node script · a product idea I was too attached to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3749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Moment (moment.szlezingier.com) — meditation inside the day, not beside 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GTM EVENT · AUG 22, 2026 · KEW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HYPOTHESIS · SOMETHING I BELIEVED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product starts as a belief. Mine had two parts.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60320" cy="1828800"/>
          </a:xfrm>
          <a:prstGeom prst="rect">
            <a:avLst/>
          </a:prstGeom>
          <a:solidFill>
            <a:srgbClr val="161210"/>
          </a:solidFill>
          <a:ln w="12700">
            <a:solidFill>
              <a:srgbClr val="6E9B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 · Overwhelm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Meditation apps bury people in content and choice. Ten thousand apps, forty-day challenges, a guru for every mood.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91840" y="1691640"/>
            <a:ext cx="2560320" cy="1828800"/>
          </a:xfrm>
          <a:prstGeom prst="rect">
            <a:avLst/>
          </a:prstGeom>
          <a:solidFill>
            <a:srgbClr val="161210"/>
          </a:solidFill>
          <a:ln w="12700">
            <a:solidFill>
              <a:srgbClr val="6E9B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 · The gap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22860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calm stays in the session. Twenty minutes on the cushion — then the same snap, the same second plate, the same midnight scroll.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35040" y="1691640"/>
            <a:ext cx="2560320" cy="1828800"/>
          </a:xfrm>
          <a:prstGeom prst="rect">
            <a:avLst/>
          </a:prstGeom>
          <a:solidFill>
            <a:srgbClr val="161210"/>
          </a:solidFill>
          <a:ln w="9525">
            <a:solidFill>
              <a:srgbClr val="D995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bet · Moment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63640" y="228600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about how you want to move through today. A pause every 30 minutes. One minute to choose again.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840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for tonight is not “is Moment good”. It is: how do you make the web argue with you — cheaply, honestly, before you build?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APIs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· EVERYTHING I NEEDED WAS ONE ENDPOINT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in. I used two, and wired the third.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931920" cy="160020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36027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 · SERP API — Google, parsed for you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api.brightdata.com/request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zone: SERP_ZONE,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url: "google.com/search?q=…&amp;brd_json=1",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format: "raw"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organic:[{rank,title,link,description}],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people_also_ask:[…], related:[…] }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3931920" cy="132588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355848"/>
            <a:ext cx="360273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 · Web Unlocker — any URL, blocks handled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api.brightdata.com/request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zone: UNLOCKER_ZONE, url, format: "raw" }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the page body. Errors are PLAIN TEXT —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always surface a snippet, never JSON.parse blindly.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3931920" cy="160020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8032" y="1664208"/>
            <a:ext cx="360273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 · Web Scraper API — structured, async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/datasets/v3/trigger?dataset_id=…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snapshot_id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/datasets/v3/progress/{id}  (poll)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/datasets/v3/snapshot/{id}?format=json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wired in brightdata.js; the upgrade path for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app-store / Play reviews at scale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63440" y="3246120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 hypothesis test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with brd_json=1 means zero HTML parsing anywhere in the pipeline. One Bearer token, one endpoint, ~1.8 s per query. The whole engine is ~300 lines of Node with a single dependency.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 · WRITE THE QUERIES THAT WOULD KILL YOUR IDEA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only search for people who agree, the web will happily agree.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937760" cy="233172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608576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QUERIES = {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gap: [ "meditate every day but still reactive",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"meditation doesn't carry over into daily life",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"site:reddit.com/r/Meditation still reactive after years" 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want: [ "how to stay mindful throughout the day",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"set an intention for the day and get reminded" 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competition: [ "mindfulness bell app random reminders",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"one minute meditation reminder app" ],  // ← meant to hurt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(const q of all) rows.push(...(await serp(q)).organic);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760720" y="1554480"/>
            <a:ext cx="2834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tricks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your queries: </a:t>
            </a:r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/ want / competition. A third of them must be able to refute you, or you are doing marketing, not research.
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site: through SERP: </a:t>
            </a:r>
            <a:pPr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reddit.com is KYC-gated on Web Unlocker. `site:reddit.com/r/Meditation …` through the SERP zone gives you titles + snippets of the exact threads, no KYC, no HTML.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160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queries · 104 rows · ~25 seconds · src/question.js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 · EVERY SOURCE GETS A FALLBACK, AND THE PAGE SAYS WHICH PATH SERVED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Zones have policies. Design for the “no” before you get it.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56032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0" y="15544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ACTUALLY SERVED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SERP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1874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zone, brd_json=1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1874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(base capability)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0" y="1874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· 146/146 rows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reddit threads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Unlocker → reddit .json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site:reddit.com/r/…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· KYC-gated on Unlocker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880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 reviews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560320" y="2880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Unlocker → itunes RSS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2880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fetch (public API)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0" y="2880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· 0 via unlocker, 9 direct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383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Play page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60320" y="3383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0" y="3383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0" y="3383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99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Unlocker · 200 OK, 1.2 MB (untapped)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931920"/>
            <a:ext cx="4937760" cy="86868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4041648"/>
            <a:ext cx="4608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pathStats = { unlocker: 0, direct: 0 };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… every fetch increments the path that served …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log(`${pathStats.unlocker} via unlocker, ${pathStats.direct} via direct`)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669280" y="39319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credits whichever path served. At a data event, that honesty is the product.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· HELD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· BOTH HALVES HELD — IN THEIR OWN WORDS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H1: people ask for less. H2: the calm really does stay on the cushion.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37360"/>
          <a:ext cx="384048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160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2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210 NEGATIVE APP-STORE REVIEWS, CLASSIFIED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754880" y="17373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“meditation helps me identify when I am not being present, However, when another same trigger arose, I was still reactive.”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754880" y="25603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VIA SERP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4754880" y="27889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“It's been 2years already into meditation. I am still dealing with intrusive thoughts, anxiety.”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754880" y="3383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151 VOTES · VIA SERP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4754880" y="36118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“In order to change your behavior, you need to begin to bring your meditative mindset into daily life when you are in the act of making decisions…”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754880" y="44348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R/MEDITATION · VIA SERP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· REFUTED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· THE COMPETITION QUERIES DID THEIR JOB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refuted my positioning. The interrupt and the minute both already exist.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947672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Mindfulness Bell · MindBell · Chill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or random bells, all day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587752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One-Moment Meditation®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2788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one-minute exercise + reminders — and a registered mark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227832"/>
            <a:ext cx="118872" cy="118872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54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 Timer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4290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SERP for “one minute meditation reminder app”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931920" y="1783080"/>
            <a:ext cx="4663440" cy="2514600"/>
          </a:xfrm>
          <a:prstGeom prst="rect">
            <a:avLst/>
          </a:prstGeom>
          <a:solidFill>
            <a:srgbClr val="1612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D99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NO RESULT OFFERS — FOUND BY A “WANT” QUERY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114800" y="22402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9B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“My morning yoga includes setting an intention for the day… 23 minutes later I'm in the thick of…”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306324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3D55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R/SELFIMPROVEMENT · #1 ORGANIC RESULT · VIA SERP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114800" y="33832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Remembering your own sentence at the moment it matters. The bell is taken. The minute is taken. The intention is not.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slide is the ROI of the research: a positioning I would have shipped wrong, and a trademark collision, both caught for a few dollars of API calls.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A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E9BD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· ONE CALL, RIGHT NOW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ask the web something I haven't asked yet.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237744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771753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node src/ask.js "how to remember my intention for the day"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POST https://api.brightdata.com/request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zone: SERP, url: google.com/search?q=…&amp;brd_json=1 }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 organic results · 1813 ms · parsed by Bright Data, zero HTML touched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#1  How to remember my set intention for the day?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https://www.reddit.com/r/selfimprovement/comments/1llqrl4/…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“My morning yoga includes setting an intention for the day … 23 minutes later I'm in the thick of …”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#2  The power of setting intentions &amp; how to set mindful ones — calm.com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#3  How do I remember my intention throughout the day? — getstillmind.com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4114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a query from the room. Run it. Read the #1 result out loud. That is the whole method — the rest is a loop.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6656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386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· RESEARCH.JSON → ONE SELF-CONTAINED PAGE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object is injected straight into the landing page. The proof is the pitch.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206240" cy="1737360"/>
          </a:xfrm>
          <a:prstGeom prst="rect">
            <a:avLst/>
          </a:prstGeom>
          <a:solidFill>
            <a:srgbClr val="161210"/>
          </a:solidFill>
          <a:ln w="9525">
            <a:solidFill>
              <a:srgbClr val="3D55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801368"/>
            <a:ext cx="38770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"sources": [ { api, what, from } ×3 ],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"quotes":  [ { text, src } ×5 ],        // verbatim from corpus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"clusters":[ { pct, label, of } ×3 ],    // computed, never typed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"hypothesis": { H1, H2, verdict: { H1, H2, pushback } },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"counter_evidence": [ … ],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DE4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"meta": { corpus, method, attribution } }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120640" y="1755648"/>
            <a:ext cx="128016" cy="128016"/>
          </a:xfrm>
          <a:prstGeom prst="ellipse">
            <a:avLst/>
          </a:prstGeom>
          <a:solidFill>
            <a:srgbClr val="938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noise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120640" y="2066544"/>
            <a:ext cx="128016" cy="128016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20025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hypothesis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20640" y="2377440"/>
            <a:ext cx="128016" cy="128016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23134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120640" y="2688336"/>
            <a:ext cx="128016" cy="128016"/>
          </a:xfrm>
          <a:prstGeom prst="ellipse">
            <a:avLst/>
          </a:prstGeom>
          <a:solidFill>
            <a:srgbClr val="6E9B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2624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held, half pushed back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20640" y="2999232"/>
            <a:ext cx="128016" cy="128016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29352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310128"/>
            <a:ext cx="128016" cy="128016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real Moment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657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and number on the page is this JSON. `node src/run.js --inject-only` swaps the blob; nothing else changes. When the story ends, the room writes one sentence and takes one minute.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6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2484" y="123444"/>
            <a:ext cx="1399032" cy="1399032"/>
          </a:xfrm>
          <a:prstGeom prst="ellipse">
            <a:avLst/>
          </a:prstGeom>
          <a:solidFill>
            <a:srgbClr val="D9954A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60520" y="411480"/>
            <a:ext cx="822960" cy="822960"/>
          </a:xfrm>
          <a:prstGeom prst="ellipse">
            <a:avLst/>
          </a:prstGeom>
          <a:solidFill>
            <a:srgbClr val="D995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630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DE4D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this to your own idea tonight.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Write the hypothesis in two sentences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three queries that would kill it.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29184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SERP API, brd_json=1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9184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site: your community. Bucket gap / want / competition.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03504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9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Keep it honest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verbatim quotes, computed numbers, credit the path that served.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3611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3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for me: KYC so Unlocker reaches reddit + Apple directly · Web Scraper API for Play-store reviews at scale · Bright Data MCP so Claude runs this loop in conversation.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A42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github.com/kewinzaq1/first-breath  ·  moment.szlezingier.com  ·  built with Bright Data SERP API · Apple's public review feed · Claude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2026-08-22T04:05:43Z</dcterms:created>
  <dcterms:modified xsi:type="dcterms:W3CDTF">2026-08-22T04:05:43Z</dcterms:modified>
</cp:coreProperties>
</file>