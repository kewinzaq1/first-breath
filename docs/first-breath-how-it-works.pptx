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negative reviews</c:v>
                </c:pt>
              </c:strCache>
            </c:strRef>
          </c:tx>
          <c:spPr>
            <a:solidFill>
              <a:srgbClr val="D9954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DE4D7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Lost simplicity</c:v>
                  </c:pt>
                  <c:pt idx="1">
                    <c:v>Choice overload</c:v>
                  </c:pt>
                  <c:pt idx="2">
                    <c:v>Paywall fatigue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20</c:v>
                </c:pt>
                <c:pt idx="2">
                  <c:v>48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EDE4D7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DE4D7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teach meditation the pragmatic way: start a timer, count your breaths. This is the story of how I proved the world wants that — with data, not opinion.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that this slide is a claim, not data. The next slides are where the data comes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page here. Scroll the story, then run the ten-breath timer with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94760" y="594360"/>
            <a:ext cx="1554480" cy="1554480"/>
          </a:xfrm>
          <a:prstGeom prst="ellipse">
            <a:avLst/>
          </a:prstGeom>
          <a:solidFill>
            <a:srgbClr val="D9954A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0" y="914400"/>
            <a:ext cx="914400" cy="914400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Breath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pain. A proof. A fix.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35204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used the web to prove meditation apps have lost the plot — and what I built instead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GTM EVENT · AUG 22, 2026 · KEW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PAIN · WHAT I BELIEVED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Meditation apps run the social-feed playbook: keep you coming back, give you more, charge you more.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60320" cy="169164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you coming back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Streaks. Reminders. Pop-ups. An AI coach you can't switch off. The same retention loops as a feed — pointed at your calm.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2057400"/>
            <a:ext cx="2560320" cy="169164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you more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20440" y="265176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hundred guided sessions. Sleep stories. Masterclasses. Soundscapes. A thousand doors that all say “begin here”.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2057400"/>
            <a:ext cx="2560320" cy="169164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 you more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3640" y="265176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“Free” trials that bill on day one. Four screens to cancel. $70–$160 a year — for something that used to be a timer.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was my opinion. Opinions don't win arguments — and they don't build products.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QUESTION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pain real — or just mine?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teach people to sit with a timer and count breaths. It works for the people in my room. But a room is not a market. Before building anything I wanted proof I couldn't argue with: real people, in their own words, counted.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 asked the web — the places where people tell the truth about these apps: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77840" y="1508760"/>
            <a:ext cx="3017520" cy="82296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0" y="1618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450 app-store reviews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8928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· Headspace · Waking Up — 210 of them negative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577840" y="2468880"/>
            <a:ext cx="3017520" cy="82296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0" y="2578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community threads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760720" y="28529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r/Meditation · r/getdisciplined — starting, and quitting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577840" y="3429000"/>
            <a:ext cx="3017520" cy="82296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search results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60720" y="38130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beginners actually ask, e.g. “how to start meditating without an app”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Collected on Aug 21, 2026 via Bright Data SERP API + Apple's public review feed. How, on slide 8.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1/3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· 210 NEGATIVE REVIEWS, CLASSIFIED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of the anger is about money. Not one complaint asks for more content.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3736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394960" y="17830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“Literally nothing is free. To use anything they make you do a trial of their paid service. I can get all of this on YouTube, why would I pay for it? Greedy greedy greedy.”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94960" y="2788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HEADSPACE · APP-STORE REVIEW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394960" y="32004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company promoting mental wellness should not create stress through questionable billing practices.”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94960" y="3886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HEADSPACE · APP-STORE REVIEW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Method: keyword-class share of the 210 negative reviews, computed from the corpus and recorded with the result.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2/3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· THE RETENTION LOOP, IN THEIR OWN WORDS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“social-feed playbook” wasn't my metaphor. Users describe it themselves.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“There's constant notifications and pop-ups to engage with their AI chat bot Ebb that you cannot turn off.”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HEADSPACE · APP-STORE REVIEW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337560" y="18288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“Went through 4 different rounds of asking me if I'm sure I want to cancel. Then I get to a screen that in LARGE letters says “No problem.” … Two weeks later I see a charge for the app.”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37560" y="32461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CALM · APP-STORE REVIEW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126480" y="18288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“Congrats instead of lowering my heart rate I have increased my rage.”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26480" y="32461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HEADSPACE · APP-STORE REVIEW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Reminders, dark-pattern cancellation, rage. The product that promised calm is generating the opposite — and people notice.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3/3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· WHAT PEOPLE ASK FOR INSTEAD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names the product for me: a timer.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idea that we now need to pay a $70 yearly subscription for a timer is embarrassingly greedy.”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 · VIA BRIGHT DATA SERP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“It's simple enough that I actually use it. Here's the practice: Sit or lie down comfortably. Set a timer for 3–5…”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 · VIA BRIGHT DATA SERP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669280" y="1554480"/>
            <a:ext cx="2926080" cy="292608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97880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SEARCH GAP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897880" y="2057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to start meditating without an app”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897880" y="26974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results. Reddit, blogs, a Facebook group, Quora, a Headspace article.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97880" y="3429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of them is a timer.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897880" y="3840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are searching for the way out. Nobody is standing there.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FIX · FIRST BREATH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didn't give me a product. It gave me permission to remove everything else.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PAIN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846320" y="1828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D99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FIRST BREATH DOES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Paywalls, trials, cancel traps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48% of the anger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931920" y="216712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46320" y="21488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Free. No account. Nothing to cancel.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hundred sessions to choose from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20% — choice overload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931920" y="27889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277063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practice. There is nothing to choose.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3924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Streaks, reminders, chat bots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6667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retention loop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931920" y="34107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339242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notifications. It never asks you back.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0142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library that forgot the idea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2885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14% — lost simplicity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931920" y="4032504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46320" y="401421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timer and counted breaths. That's the whole product.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timer. Counted breaths. Nothing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· ONE NODE SCRIPT, WIRED TO BRIGHT DATA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src/run.js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560320" cy="1280160"/>
          </a:xfrm>
          <a:prstGeom prst="rect">
            <a:avLst/>
          </a:prstGeom>
          <a:solidFill>
            <a:srgbClr val="161210"/>
          </a:solidFill>
          <a:ln w="9525">
            <a:solidFill>
              <a:srgbClr val="6E9B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270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SERP API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8562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results as JSON (brd_json=1). Also mines reddit via site: searches — the only path that works without KYC.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1417320"/>
            <a:ext cx="2560320" cy="1280160"/>
          </a:xfrm>
          <a:prstGeom prst="rect">
            <a:avLst/>
          </a:prstGeom>
          <a:solidFill>
            <a:srgbClr val="161210"/>
          </a:solidFill>
          <a:ln w="9525">
            <a:solidFill>
              <a:srgbClr val="6E9B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5270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Unlocker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74720" y="18562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Tried first for every page. Apple + reddit are policy-gated on this zone, so the run fell back — and says so.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2560320" cy="1280160"/>
          </a:xfrm>
          <a:prstGeom prst="rect">
            <a:avLst/>
          </a:prstGeom>
          <a:solidFill>
            <a:srgbClr val="161210"/>
          </a:solidFill>
          <a:ln w="9525">
            <a:solidFill>
              <a:srgbClr val="6E9B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5270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Apple review feed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17920" y="18562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JSON, fetched directly. 3 apps × 3 pages → 450 reviews.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2560320" cy="1280160"/>
          </a:xfrm>
          <a:prstGeom prst="rect">
            <a:avLst/>
          </a:prstGeom>
          <a:solidFill>
            <a:srgbClr val="161210"/>
          </a:solidFill>
          <a:ln w="9525">
            <a:solidFill>
              <a:srgbClr val="6E9B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900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corpus.json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31520" y="33192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reviews · 30 threads · 42 SERP rows. The raw truth.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91840" y="2880360"/>
            <a:ext cx="2560320" cy="1280160"/>
          </a:xfrm>
          <a:prstGeom prst="rect">
            <a:avLst/>
          </a:prstGeom>
          <a:solidFill>
            <a:srgbClr val="161210"/>
          </a:solidFill>
          <a:ln w="9525">
            <a:solidFill>
              <a:srgbClr val="D995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29900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9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74720" y="33192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Distills clusters, verbatim quotes, insights → research.json. Degrades to a paste-in prompt without API credits.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35040" y="2880360"/>
            <a:ext cx="2560320" cy="1280160"/>
          </a:xfrm>
          <a:prstGeom prst="rect">
            <a:avLst/>
          </a:prstGeom>
          <a:solidFill>
            <a:srgbClr val="161210"/>
          </a:solidFill>
          <a:ln w="9525">
            <a:solidFill>
              <a:srgbClr val="D995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9900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9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page/index.html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217920" y="33192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research.json injected into one self-contained file. The proof becomes the pitch.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rules kept it honest:  </a:t>
            </a:r>
            <a:pPr indent="0" marL="0">
              <a:buNone/>
            </a:pPr>
            <a:r>
              <a:rPr lang="en-US" sz="11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verbatim from the corpus · every percentage computed, never typed · every source credited by the path that actually served it.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→ PITCH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PAGE · CLAUDE.AI/CODE/ARTIFACT/9771A3F5…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landing page tells the same story — and ends with the product itself.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51560" y="2011680"/>
            <a:ext cx="201168" cy="201168"/>
          </a:xfrm>
          <a:prstGeom prst="ellipse">
            <a:avLst/>
          </a:prstGeom>
          <a:solidFill>
            <a:srgbClr val="938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2112264"/>
            <a:ext cx="1143000" cy="0"/>
          </a:xfrm>
          <a:prstGeom prst="line">
            <a:avLst/>
          </a:prstGeom>
          <a:noFill/>
          <a:ln w="9525">
            <a:solidFill>
              <a:srgbClr val="4A42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noise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store as a wall of chips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23160" y="2011680"/>
            <a:ext cx="201168" cy="201168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51760" y="2112264"/>
            <a:ext cx="1143000" cy="0"/>
          </a:xfrm>
          <a:prstGeom prst="line">
            <a:avLst/>
          </a:prstGeom>
          <a:noFill/>
          <a:ln w="9525">
            <a:solidFill>
              <a:srgbClr val="4A42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2024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instinct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20240" y="2697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timer, count breaths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794760" y="2011680"/>
            <a:ext cx="201168" cy="201168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2112264"/>
            <a:ext cx="1143000" cy="0"/>
          </a:xfrm>
          <a:prstGeom prst="line">
            <a:avLst/>
          </a:prstGeom>
          <a:noFill/>
          <a:ln w="9525">
            <a:solidFill>
              <a:srgbClr val="4A42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91840" y="2697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sources, live counts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166360" y="2011680"/>
            <a:ext cx="201168" cy="201168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94960" y="2112264"/>
            <a:ext cx="1143000" cy="0"/>
          </a:xfrm>
          <a:prstGeom prst="line">
            <a:avLst/>
          </a:prstGeom>
          <a:noFill/>
          <a:ln w="9525">
            <a:solidFill>
              <a:srgbClr val="4A42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reveal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2697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quotes → 48 / 20 / 14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537960" y="2011680"/>
            <a:ext cx="201168" cy="201168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2112264"/>
            <a:ext cx="1143000" cy="0"/>
          </a:xfrm>
          <a:prstGeom prst="line">
            <a:avLst/>
          </a:prstGeom>
          <a:noFill/>
          <a:ln w="9525">
            <a:solidFill>
              <a:srgbClr val="4A42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5040" y="2697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keep it simple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909560" y="2011680"/>
            <a:ext cx="201168" cy="201168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Breathe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406640" y="2697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breaths, together, right now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3840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quote and number on the page is the same research.json you just saw. When the story ends, the audience does the practice — that is the demo.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7036" y="150876"/>
            <a:ext cx="1709928" cy="1709928"/>
          </a:xfrm>
          <a:prstGeom prst="ellipse">
            <a:avLst/>
          </a:prstGeom>
          <a:solidFill>
            <a:srgbClr val="D9954A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9080" y="502920"/>
            <a:ext cx="1005840" cy="1005840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1945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guessing. Let the web show you the way.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— ten breaths.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github.com/kewinzaq1/first-breath  ·  built with Bright Data SERP API · Apple's public review feed · Claude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2026-08-21T23:53:50Z</dcterms:created>
  <dcterms:modified xsi:type="dcterms:W3CDTF">2026-08-21T23:53:50Z</dcterms:modified>
</cp:coreProperties>
</file>